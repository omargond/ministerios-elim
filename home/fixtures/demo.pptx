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"/>
          <p:cNvSpPr txBox="1"/>
          <p:nvPr/>
        </p:nvSpPr>
        <p:spPr>
          <a:xfrm>
            <a:off x="600000" y="700000"/>
            <a:ext cx="7900000" cy="4000000"/>
          </a:xfrm>
          <a:prstGeom prst="rect">
            <a:avLst/>
          </a:prstGeom>
        </p:spPr>
        <p:txBody>
          <a:bodyPr/>
          <a:lstStyle/>
          <a:p>
            <a:r>
              <a:rPr lang="es-PE" sz="2800"/>
              <a:t>Ministerios Elim — material de demostración</a:t>
            </a:r>
          </a:p>
          <a:p>
            <a:r>
              <a:rPr lang="es-PE" sz="2800"/>
              <a:t>La fe y el servicio</a:t>
            </a:r>
          </a:p>
          <a:p>
            <a:r>
              <a:rPr lang="es-PE" sz="2800"/>
              <a:t>Lectura sugerida: Efesios 2:8-10.</a:t>
            </a:r>
          </a:p>
          <a:p>
            <a:r>
              <a:rPr lang="es-PE" sz="2800"/>
              <a:t>Reflexiona: ¿cómo expresar la fe en acciones cotidianas?</a:t>
            </a:r>
          </a:p>
          <a:p>
            <a:r>
              <a:rPr lang="es-PE" sz="2800"/>
              <a:t>Contenido ficticio para probar la descarga de presentaciones.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im Demo">
  <a:themeElements>
    <a:clrScheme name="Elim">
      <a:dk1>
        <a:srgbClr val="111111"/>
      </a:dk1>
      <a:lt1>
        <a:srgbClr val="FFFFFF"/>
      </a:lt1>
      <a:dk2>
        <a:srgbClr val="333333"/>
      </a:dk2>
      <a:lt2>
        <a:srgbClr val="FDFBF7"/>
      </a:lt2>
      <a:accent1>
        <a:srgbClr val="C5A059"/>
      </a:accent1>
      <a:accent2>
        <a:srgbClr val="205A80"/>
      </a:accent2>
      <a:accent3>
        <a:srgbClr val="398050"/>
      </a:accent3>
      <a:accent4>
        <a:srgbClr val="804040"/>
      </a:accent4>
      <a:accent5>
        <a:srgbClr val="604080"/>
      </a:accent5>
      <a:accent6>
        <a:srgbClr val="808040"/>
      </a:accent6>
      <a:hlink>
        <a:srgbClr val="0000FF"/>
      </a:hlink>
      <a:folHlink>
        <a:srgbClr val="800080"/>
      </a:folHlink>
    </a:clrScheme>
    <a:fontScheme name="Eli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li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